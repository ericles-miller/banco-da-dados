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Sistema de Controle de Documentos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Equipe 5: Éricles Miller Dias Barbosa</a:t>
            </a:r>
          </a:p>
          <a:p>
            <a:r>
              <a:rPr lang="pt-BR" dirty="0" smtClean="0"/>
              <a:t>Guilherme de Souza Oliveira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196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do </a:t>
            </a:r>
            <a:r>
              <a:rPr lang="pt-BR" dirty="0" smtClean="0"/>
              <a:t>sistema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O trabalho tem como finalidade apresentar uma forma por meio de uma</a:t>
            </a:r>
          </a:p>
          <a:p>
            <a:pPr marL="0" indent="0" algn="just">
              <a:buNone/>
            </a:pPr>
            <a:r>
              <a:rPr lang="pt-BR" dirty="0"/>
              <a:t>modelagem de dados, resolver um problema de uma secretaria, que busca</a:t>
            </a:r>
          </a:p>
          <a:p>
            <a:pPr marL="0" indent="0" algn="just">
              <a:buNone/>
            </a:pPr>
            <a:r>
              <a:rPr lang="pt-BR" dirty="0"/>
              <a:t>automatizar seu processo de requerimento de documentos, onde esse sistema</a:t>
            </a:r>
          </a:p>
          <a:p>
            <a:pPr marL="0" indent="0" algn="just">
              <a:buNone/>
            </a:pPr>
            <a:r>
              <a:rPr lang="pt-BR" dirty="0"/>
              <a:t>vai apresentar as alterações e processos para retirada de um documento, com</a:t>
            </a:r>
          </a:p>
          <a:p>
            <a:pPr marL="0" indent="0" algn="just">
              <a:buNone/>
            </a:pPr>
            <a:r>
              <a:rPr lang="pt-BR" dirty="0"/>
              <a:t>suas respectivas funções como, acompanhar o andamento do pedido, sua</a:t>
            </a:r>
          </a:p>
          <a:p>
            <a:pPr marL="0" indent="0" algn="just">
              <a:buNone/>
            </a:pPr>
            <a:r>
              <a:rPr lang="pt-BR" dirty="0"/>
              <a:t>situação, e por fim se liberado, identificar a alteração no status do mesmo.</a:t>
            </a:r>
          </a:p>
        </p:txBody>
      </p:sp>
    </p:spTree>
    <p:extLst>
      <p:ext uri="{BB962C8B-B14F-4D97-AF65-F5344CB8AC3E}">
        <p14:creationId xmlns:p14="http://schemas.microsoft.com/office/powerpoint/2010/main" val="16841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da base de </a:t>
            </a:r>
            <a:r>
              <a:rPr lang="pt-BR" dirty="0" smtClean="0"/>
              <a:t>dados</a:t>
            </a:r>
            <a:endParaRPr lang="pt-BR" dirty="0"/>
          </a:p>
        </p:txBody>
      </p:sp>
      <p:pic>
        <p:nvPicPr>
          <p:cNvPr id="1026" name="Picture 2" descr="https://lh4.googleusercontent.com/1HC564-EzmN-k25DEXggB58c6Ly10Wxkd2lg-cvBmE3Bb0iNdN-r8Y9RFud15jiB8ks-OLqxIJ_v6t5Sl5HYsz2dVzVEd2T80HInUGN8FvfFjnD4ESiSlS3JT9wRqUO7giji-xRdiIsHMtSh7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777" y="2281528"/>
            <a:ext cx="6490953" cy="427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44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da base de </a:t>
            </a:r>
            <a:r>
              <a:rPr lang="pt-BR" dirty="0" smtClean="0"/>
              <a:t>dados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0639" y="2629257"/>
            <a:ext cx="6100111" cy="372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0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Dicionário de Dados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3988547"/>
              </p:ext>
            </p:extLst>
          </p:nvPr>
        </p:nvGraphicFramePr>
        <p:xfrm>
          <a:off x="2425073" y="2933273"/>
          <a:ext cx="6221173" cy="33644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6511"/>
                <a:gridCol w="938230"/>
                <a:gridCol w="797605"/>
                <a:gridCol w="924314"/>
                <a:gridCol w="892087"/>
                <a:gridCol w="892087"/>
                <a:gridCol w="850339"/>
              </a:tblGrid>
              <a:tr h="397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Descrição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Tamanho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Domínio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Formato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Restrições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6205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idSecretario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Codigo que identifica unicamente um secretario no banco de dados. 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13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PK /NOT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8050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 completo do Secretario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Char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60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708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708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 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04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Dicionário de Dados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2871311" y="2844038"/>
          <a:ext cx="5393690" cy="3390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2005"/>
                <a:gridCol w="812165"/>
                <a:gridCol w="688975"/>
                <a:gridCol w="800100"/>
                <a:gridCol w="772160"/>
                <a:gridCol w="781050"/>
                <a:gridCol w="73723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Descrição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Tamanho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Domínio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Formato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Restrições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 Completo do Cliente.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Char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60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CPF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Número do Cadastro de Pessoa Física do Cliente.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11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999999999-99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PK/NOT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idCliente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Número de registro para identificação do cliente dentro do banco de dados.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20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NOT NULL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Tabela: </a:t>
            </a:r>
            <a:r>
              <a:rPr kumimoji="0" lang="pt-BR" altLang="pt-BR" sz="10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Cliente</a:t>
            </a:r>
            <a:endParaRPr kumimoji="0" lang="pt-BR" altLang="pt-BR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1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Dicionário de Dados</a:t>
            </a:r>
            <a:endParaRPr lang="pt-BR" dirty="0"/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587711"/>
              </p:ext>
            </p:extLst>
          </p:nvPr>
        </p:nvGraphicFramePr>
        <p:xfrm>
          <a:off x="3000005" y="2436368"/>
          <a:ext cx="5560900" cy="4341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0616"/>
                <a:gridCol w="869423"/>
                <a:gridCol w="558447"/>
                <a:gridCol w="760745"/>
                <a:gridCol w="754198"/>
                <a:gridCol w="966316"/>
                <a:gridCol w="811155"/>
              </a:tblGrid>
              <a:tr h="3088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Descrição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Tamanho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Domínio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Formato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Restrições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</a:tr>
              <a:tr h="14187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idCliente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Número de registro para identificação do cliente dentro do banco de dados.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20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FK/NOT NULL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</a:tr>
              <a:tr h="12601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idSecretario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Codigo que identifica unicamente um secretario no banco de dados. 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13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FK/NOT NULL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</a:tr>
              <a:tr h="12601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Id_doc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Registro que identifica o documento no banco de dados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10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FK/NOT NULL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307" marR="65307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88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Dicionário de Dados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682562"/>
              </p:ext>
            </p:extLst>
          </p:nvPr>
        </p:nvGraphicFramePr>
        <p:xfrm>
          <a:off x="2871312" y="2758222"/>
          <a:ext cx="6657001" cy="34109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3641"/>
                <a:gridCol w="1302559"/>
                <a:gridCol w="583879"/>
                <a:gridCol w="887182"/>
                <a:gridCol w="846428"/>
                <a:gridCol w="1162271"/>
                <a:gridCol w="971041"/>
              </a:tblGrid>
              <a:tr h="1822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Nome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Descrição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Tamanho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Domínio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Formato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Restrições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513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 do arquivo que a tabela(entidade) representa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Char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20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668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Data_req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Data em que o documento foi requisitado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Char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13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DD/MM/AAAA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591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Hora_req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Horário em que o documento foi requisitado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5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HH:MM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513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Id_doc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Registro que identifica o documento no banco de dados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10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PK/NOT NULL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62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Dicionário de Dados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764586"/>
              </p:ext>
            </p:extLst>
          </p:nvPr>
        </p:nvGraphicFramePr>
        <p:xfrm>
          <a:off x="3128437" y="3090930"/>
          <a:ext cx="6233375" cy="2859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6136"/>
                <a:gridCol w="1219669"/>
                <a:gridCol w="546723"/>
                <a:gridCol w="830725"/>
                <a:gridCol w="792565"/>
                <a:gridCol w="1088309"/>
                <a:gridCol w="909248"/>
              </a:tblGrid>
              <a:tr h="251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Nome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Descrição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Tipo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Tamanho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Domínio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Formato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Restrições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81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status_sit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Data em que o documento foi requisitado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Char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13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DD/MM/AAAA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PK/NOT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16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retirada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Confirmação para retirada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5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HH:MM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NOT NULL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3107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Id_doc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Registro que identifica o documento no banco de dados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int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10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FK/NOT NULL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64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Considerações Finais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dirty="0"/>
              <a:t>Surgiram dificuldades como normalizar o diagrama e compreender o funcionamento do diagrama para que não houvesse entidades e atributos desnecessários</a:t>
            </a:r>
            <a:r>
              <a:rPr lang="pt-BR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1159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</TotalTime>
  <Words>408</Words>
  <Application>Microsoft Office PowerPoint</Application>
  <PresentationFormat>Widescreen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Wingdings 3</vt:lpstr>
      <vt:lpstr>Íon - Sala da Diretoria</vt:lpstr>
      <vt:lpstr>Sistema de Controle de Documentos</vt:lpstr>
      <vt:lpstr>Definição do sistema</vt:lpstr>
      <vt:lpstr>Modelagem da base de dados</vt:lpstr>
      <vt:lpstr>Modelagem da base de dados</vt:lpstr>
      <vt:lpstr>Dicionário de Dados</vt:lpstr>
      <vt:lpstr>Dicionário de Dados</vt:lpstr>
      <vt:lpstr>Dicionário de Dados</vt:lpstr>
      <vt:lpstr>Dicionário de Dados</vt:lpstr>
      <vt:lpstr>Dicionário de Dados</vt:lpstr>
      <vt:lpstr>Considerações Finais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Controle de Documentos</dc:title>
  <dc:creator>Éricles Miller</dc:creator>
  <cp:lastModifiedBy>Éricles Miller</cp:lastModifiedBy>
  <cp:revision>4</cp:revision>
  <dcterms:created xsi:type="dcterms:W3CDTF">2019-03-27T13:27:07Z</dcterms:created>
  <dcterms:modified xsi:type="dcterms:W3CDTF">2019-03-27T14:03:05Z</dcterms:modified>
</cp:coreProperties>
</file>